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3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Title" id="{47d4a6e5-8953-da78-411e-3550aa1ba0b3}">
          <p14:sldIdLst>
            <p14:sldId id="256"/>
            <p14:sldId id="257"/>
            <p14:sldId id="258"/>
            <p14:sldId id="259"/>
          </p14:sldIdLst>
        </p14:section>
        <p14:section name="2. Problem" id="{2007ac6c-ee62-9fa3-5255-22a5bcbeb067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3. Persona" id="{5e0028cb-f719-5e2d-14de-ccc1200a8cc9}">
          <p14:sldIdLst>
            <p14:sldId id="266"/>
            <p14:sldId id="267"/>
            <p14:sldId id="268"/>
          </p14:sldIdLst>
        </p14:section>
        <p14:section name="4. Discover" id="{bfc6a5d7-9ad1-40ac-58d5-ba22d0bfb891}">
          <p14:sldIdLst>
            <p14:sldId id="269"/>
            <p14:sldId id="270"/>
            <p14:sldId id="271"/>
            <p14:sldId id="272"/>
          </p14:sldIdLst>
        </p14:section>
        <p14:section name="5. Understand &amp; speak" id="{143abc6d-eb44-22ad-1fa5-2c0131d47ecb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6. NFC &amp; tracking" id="{ce7ce453-bd9b-0239-bc37-a2c2d16c50bd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6b. How it works" id="{fd2daa89-fe9c-6dc9-0844-240209a27513}">
          <p14:sldIdLst>
            <p14:sldId id="285"/>
            <p14:sldId id="286"/>
            <p14:sldId id="287"/>
          </p14:sldIdLst>
        </p14:section>
        <p14:section name="7. Q&amp;A &amp; share" id="{1f8a9aab-7542-1d53-e264-fbda32a9b246}">
          <p14:sldIdLst>
            <p14:sldId id="288"/>
            <p14:sldId id="289"/>
            <p14:sldId id="290"/>
          </p14:sldIdLst>
        </p14:section>
        <p14:section name="8. Benefits" id="{ef712aab-a72a-449e-af95-5a770bbd318f}">
          <p14:sldIdLst>
            <p14:sldId id="291"/>
            <p14:sldId id="292"/>
          </p14:sldIdLst>
        </p14:section>
        <p14:section name="9. Limits &amp; next steps" id="{cb13c2d8-0e3c-a3cf-d2ae-8805ab9d6788}">
          <p14:sldIdLst>
            <p14:sldId id="293"/>
            <p14:sldId id="294"/>
            <p14:sldId id="295"/>
          </p14:sldIdLst>
        </p14:section>
        <p14:section name="10. Tagline" id="{3482bedb-2522-5960-599d-6ee8d42e4476}">
          <p14:sldIdLst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Spud: Hi there! I'm Spud.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We're Group 14, Team Sweet Potatoes, and this is HearHere.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Spud: Spud stands for Street Post for Understanding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HearHere. Your street, your 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Melbourne's councils make decisions about parks, housing and transport.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Our fieldwork with eight international residents found the barrier isn't a lack of interest.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People can't find relevant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Translated policies still use terms they don't understand.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And they don't know where their feedback goes.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Meanwhile, council news arrives by mail and flyers, but newer residents live on Instagram.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Meet Jason.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He's 34, has lived in Melbourne for eight years, and English isn't his first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He's unhappy about a new park rule for dogs, yet he doesn't know who to tell, or which words to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Saturday, 8 a.m. Jason walks his dog past a HearHere post.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Its pillar shows verified council and community notices.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Spud: Hi! Got something to say? I'm all 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The screen under Spud lists nearby issues by distance, including a new rule for the park next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Jason taps the park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A plain-language summary appears in his own language, with difficult terms explained.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Now he simply talks to Spud, in his own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Jason (Mandarin): The new park rule makes walking my dog really inconvenient. I hope it can be reconsidered.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Spud turns it into a clear English comment, names the responsible department, and lets Jason edit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No audio is stored.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Jason taps his phone on the NFC pad.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The issue and his comment move to the HearHere app, and the post keeps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Tracking begins only because Jason chose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The app shows each stage: Received, In review, then an outcome with a case number, or reasons if declined.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Notifications keep him updated.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Each new HearHere post Jason visits also earns a badge: a small reward for taking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How does it all fit together? Here's the post from every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Spud's official social media account shares only verified council posts, reaching residents where they already scroll.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An AI agent answers questions, and the HearHere app tracks each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Not sure who to ask?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Spud's AI agent cites official sources, and hands over to a named contact when it's unsure.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And one tap shares a card on Instagram, so Jason's neighbours can join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For Jason, that means relevant issues on his route, in his own language, a clear department to hear him, and visible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All without attending a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HearHere has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Speaking in public may feel exposing, AI can mistranslate, and our fieldwork didn't include council staff.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Next, we'll test a low-fidelity prototype with residents across languages.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HearHere, with Spud: the Street Post for Understanding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Spud: Speak here. Be heard!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audio" Target="../media/media-1-3.mp3"/><Relationship Id="rId4" Type="http://schemas.microsoft.com/office/2007/relationships/media" Target="../media/media-1-3.mp3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audio" Target="../media/media-2-3.mp3"/><Relationship Id="rId4" Type="http://schemas.microsoft.com/office/2007/relationships/media" Target="../media/media-2-3.mp3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audio" Target="../media/media-3-3.mp3"/><Relationship Id="rId4" Type="http://schemas.microsoft.com/office/2007/relationships/media" Target="../media/media-3-3.mp3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audio" Target="../media/media-4-3.mp3"/><Relationship Id="rId4" Type="http://schemas.microsoft.com/office/2007/relationships/media" Target="../media/media-4-3.mp3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audio" Target="../media/media-5-3.mp3"/><Relationship Id="rId4" Type="http://schemas.microsoft.com/office/2007/relationships/media" Target="../media/media-5-3.mp3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audio" Target="../media/media-6-3.mp3"/><Relationship Id="rId4" Type="http://schemas.microsoft.com/office/2007/relationships/media" Target="../media/media-6-3.mp3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audio" Target="../media/media-7-3.mp3"/><Relationship Id="rId4" Type="http://schemas.microsoft.com/office/2007/relationships/media" Target="../media/media-7-3.mp3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audio" Target="../media/media-8-3.mp3"/><Relationship Id="rId4" Type="http://schemas.microsoft.com/office/2007/relationships/media" Target="../media/media-8-3.mp3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audio" Target="../media/media-9-3.mp3"/><Relationship Id="rId4" Type="http://schemas.microsoft.com/office/2007/relationships/media" Target="../media/media-9-3.mp3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audio" Target="../media/media-10-3.mp3"/><Relationship Id="rId4" Type="http://schemas.microsoft.com/office/2007/relationships/media" Target="../media/media-10-3.mp3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audio" Target="../media/media-11-3.mp3"/><Relationship Id="rId4" Type="http://schemas.microsoft.com/office/2007/relationships/media" Target="../media/media-11-3.mp3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audio" Target="../media/media-12-3.mp3"/><Relationship Id="rId4" Type="http://schemas.microsoft.com/office/2007/relationships/media" Target="../media/media-12-3.mp3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audio" Target="../media/media-13-3.mp3"/><Relationship Id="rId4" Type="http://schemas.microsoft.com/office/2007/relationships/media" Target="../media/media-13-3.mp3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audio" Target="../media/media-14-3.mp3"/><Relationship Id="rId4" Type="http://schemas.microsoft.com/office/2007/relationships/media" Target="../media/media-14-3.mp3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audio" Target="../media/media-15-3.mp3"/><Relationship Id="rId4" Type="http://schemas.microsoft.com/office/2007/relationships/media" Target="../media/media-15-3.mp3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audio" Target="../media/media-16-3.mp3"/><Relationship Id="rId4" Type="http://schemas.microsoft.com/office/2007/relationships/media" Target="../media/media-16-3.mp3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audio" Target="../media/media-17-3.mp3"/><Relationship Id="rId4" Type="http://schemas.microsoft.com/office/2007/relationships/media" Target="../media/media-17-3.mp3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audio" Target="../media/media-18-3.mp3"/><Relationship Id="rId4" Type="http://schemas.microsoft.com/office/2007/relationships/media" Target="../media/media-18-3.mp3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audio" Target="../media/media-19-3.mp3"/><Relationship Id="rId4" Type="http://schemas.microsoft.com/office/2007/relationships/media" Target="../media/media-19-3.mp3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png"/><Relationship Id="rId3" Type="http://schemas.openxmlformats.org/officeDocument/2006/relationships/audio" Target="../media/media-20-3.mp3"/><Relationship Id="rId4" Type="http://schemas.microsoft.com/office/2007/relationships/media" Target="../media/media-20-3.mp3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audio" Target="../media/media-21-3.mp3"/><Relationship Id="rId4" Type="http://schemas.microsoft.com/office/2007/relationships/media" Target="../media/media-21-3.mp3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audio" Target="../media/media-22-3.mp3"/><Relationship Id="rId4" Type="http://schemas.microsoft.com/office/2007/relationships/media" Target="../media/media-22-3.mp3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audio" Target="../media/media-23-3.mp3"/><Relationship Id="rId4" Type="http://schemas.microsoft.com/office/2007/relationships/media" Target="../media/media-23-3.mp3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audio" Target="../media/media-24-3.mp3"/><Relationship Id="rId4" Type="http://schemas.microsoft.com/office/2007/relationships/media" Target="../media/media-24-3.mp3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png"/><Relationship Id="rId3" Type="http://schemas.openxmlformats.org/officeDocument/2006/relationships/audio" Target="../media/media-25-3.mp3"/><Relationship Id="rId4" Type="http://schemas.microsoft.com/office/2007/relationships/media" Target="../media/media-25-3.mp3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image" Target="../media/image-26-2.png"/><Relationship Id="rId3" Type="http://schemas.openxmlformats.org/officeDocument/2006/relationships/audio" Target="../media/media-26-3.mp3"/><Relationship Id="rId4" Type="http://schemas.microsoft.com/office/2007/relationships/media" Target="../media/media-26-3.mp3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image" Target="../media/image-27-2.png"/><Relationship Id="rId3" Type="http://schemas.openxmlformats.org/officeDocument/2006/relationships/audio" Target="../media/media-27-3.mp3"/><Relationship Id="rId4" Type="http://schemas.microsoft.com/office/2007/relationships/media" Target="../media/media-27-3.mp3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image" Target="../media/image-28-2.png"/><Relationship Id="rId3" Type="http://schemas.openxmlformats.org/officeDocument/2006/relationships/audio" Target="../media/media-28-3.mp3"/><Relationship Id="rId4" Type="http://schemas.microsoft.com/office/2007/relationships/media" Target="../media/media-28-3.mp3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image" Target="../media/image-29-2.png"/><Relationship Id="rId3" Type="http://schemas.openxmlformats.org/officeDocument/2006/relationships/audio" Target="../media/media-29-3.mp3"/><Relationship Id="rId4" Type="http://schemas.microsoft.com/office/2007/relationships/media" Target="../media/media-29-3.mp3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png"/><Relationship Id="rId3" Type="http://schemas.openxmlformats.org/officeDocument/2006/relationships/audio" Target="../media/media-30-3.mp3"/><Relationship Id="rId4" Type="http://schemas.microsoft.com/office/2007/relationships/media" Target="../media/media-30-3.mp3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image" Target="../media/image-31-2.png"/><Relationship Id="rId3" Type="http://schemas.openxmlformats.org/officeDocument/2006/relationships/audio" Target="../media/media-31-3.mp3"/><Relationship Id="rId4" Type="http://schemas.microsoft.com/office/2007/relationships/media" Target="../media/media-31-3.mp3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image" Target="../media/image-32-2.png"/><Relationship Id="rId3" Type="http://schemas.openxmlformats.org/officeDocument/2006/relationships/audio" Target="../media/media-32-3.mp3"/><Relationship Id="rId4" Type="http://schemas.microsoft.com/office/2007/relationships/media" Target="../media/media-32-3.mp3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image" Target="../media/image-33-2.png"/><Relationship Id="rId3" Type="http://schemas.openxmlformats.org/officeDocument/2006/relationships/audio" Target="../media/media-33-3.mp3"/><Relationship Id="rId4" Type="http://schemas.microsoft.com/office/2007/relationships/media" Target="../media/media-33-3.mp3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image" Target="../media/image-34-2.png"/><Relationship Id="rId3" Type="http://schemas.openxmlformats.org/officeDocument/2006/relationships/audio" Target="../media/media-34-3.mp3"/><Relationship Id="rId4" Type="http://schemas.microsoft.com/office/2007/relationships/media" Target="../media/media-34-3.mp3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image" Target="../media/image-35-2.png"/><Relationship Id="rId3" Type="http://schemas.openxmlformats.org/officeDocument/2006/relationships/audio" Target="../media/media-35-3.mp3"/><Relationship Id="rId4" Type="http://schemas.microsoft.com/office/2007/relationships/media" Target="../media/media-35-3.mp3"/><Relationship Id="rId5" Type="http://schemas.openxmlformats.org/officeDocument/2006/relationships/image" Target="../media/image-3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image" Target="../media/image-36-2.png"/><Relationship Id="rId3" Type="http://schemas.openxmlformats.org/officeDocument/2006/relationships/audio" Target="../media/media-36-3.mp3"/><Relationship Id="rId4" Type="http://schemas.microsoft.com/office/2007/relationships/media" Target="../media/media-36-3.mp3"/><Relationship Id="rId5" Type="http://schemas.openxmlformats.org/officeDocument/2006/relationships/image" Target="../media/image-3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image" Target="../media/image-37-2.png"/><Relationship Id="rId3" Type="http://schemas.openxmlformats.org/officeDocument/2006/relationships/audio" Target="../media/media-37-3.mp3"/><Relationship Id="rId4" Type="http://schemas.microsoft.com/office/2007/relationships/media" Target="../media/media-37-3.mp3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image" Target="../media/image-38-2.png"/><Relationship Id="rId3" Type="http://schemas.openxmlformats.org/officeDocument/2006/relationships/audio" Target="../media/media-38-3.mp3"/><Relationship Id="rId4" Type="http://schemas.microsoft.com/office/2007/relationships/media" Target="../media/media-38-3.mp3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image" Target="../media/image-39-2.png"/><Relationship Id="rId3" Type="http://schemas.openxmlformats.org/officeDocument/2006/relationships/audio" Target="../media/media-39-3.mp3"/><Relationship Id="rId4" Type="http://schemas.microsoft.com/office/2007/relationships/media" Target="../media/media-39-3.mp3"/><Relationship Id="rId5" Type="http://schemas.openxmlformats.org/officeDocument/2006/relationships/image" Target="../media/image-3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image" Target="../media/image-40-2.png"/><Relationship Id="rId3" Type="http://schemas.openxmlformats.org/officeDocument/2006/relationships/audio" Target="../media/media-40-3.mp3"/><Relationship Id="rId4" Type="http://schemas.microsoft.com/office/2007/relationships/media" Target="../media/media-40-3.mp3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image" Target="../media/image-41-2.png"/><Relationship Id="rId3" Type="http://schemas.openxmlformats.org/officeDocument/2006/relationships/audio" Target="../media/media-41-3.mp3"/><Relationship Id="rId4" Type="http://schemas.microsoft.com/office/2007/relationships/media" Target="../media/media-41-3.mp3"/><Relationship Id="rId5" Type="http://schemas.openxmlformats.org/officeDocument/2006/relationships/image" Target="../media/image-4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jpeg"/><Relationship Id="rId2" Type="http://schemas.openxmlformats.org/officeDocument/2006/relationships/image" Target="../media/image-42-2.png"/><Relationship Id="rId3" Type="http://schemas.openxmlformats.org/officeDocument/2006/relationships/audio" Target="../media/media-42-3.mp3"/><Relationship Id="rId4" Type="http://schemas.microsoft.com/office/2007/relationships/media" Target="../media/media-42-3.mp3"/><Relationship Id="rId5" Type="http://schemas.openxmlformats.org/officeDocument/2006/relationships/image" Target="../media/image-4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Title: Hi there! I'm Spud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1a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1643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400"/>
                            </p:stCondLst>
                            <p:childTnLst>
                              <p:cmd type="call" cmd="playFrom(0.0)">
                                <p:cBhvr>
                                  <p:cTn id="5" dur="1643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Title: We're Group 14, Team Sweet Potatoes, and this is HearHer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1b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3636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3636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Title: Spud stands for Street Post for Understanding Decision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1c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3306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3306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Title: HearHere. Your street, your say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1d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2210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2210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Problem: Melbourne's councils make decisions about parks, housing and transport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2a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4593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400"/>
                            </p:stCondLst>
                            <p:childTnLst>
                              <p:cmd type="call" cmd="playFrom(0.0)">
                                <p:cBhvr>
                                  <p:cTn id="5" dur="4593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Problem: Our fieldwork with eight international residents found the barrier isn't a lack of interest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2b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5123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5123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Problem: People can't find relevant information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2c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2444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2444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Problem: Translated policies still use terms they don't understand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2d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3580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3580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Problem: And they don't know where their feedback goe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2e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2079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2079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Problem: Meanwhile, council news arrives by mail and flyers, but newer residents live on Instagram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2f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5897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5897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Persona: Meet Jason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3a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1504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400"/>
                            </p:stCondLst>
                            <p:childTnLst>
                              <p:cmd type="call" cmd="playFrom(0.0)">
                                <p:cBhvr>
                                  <p:cTn id="5" dur="1504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Persona: He's 34, has lived in Melbourne for eight years, and English isn't his first languag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3b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5346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5346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Persona: He's unhappy about a new park rule for dogs, yet he doesn't know who to tell, or which words to us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3c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6103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6103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Discover: Saturday, 8 a.m. Jason walks his dog past a HearHere post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4a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5158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400"/>
                            </p:stCondLst>
                            <p:childTnLst>
                              <p:cmd type="call" cmd="playFrom(0.0)">
                                <p:cBhvr>
                                  <p:cTn id="5" dur="5158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Discover: Its pillar shows verified council and community notice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4b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3763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3763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Discover: Hi! Got something to say? I'm all ear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4s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1928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928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Discover: The screen under Spud lists nearby issues by distance, including a new rule for the park next door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4c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6275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6275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Understand &amp; speak: Jason taps the park issu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5a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2187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400"/>
                            </p:stCondLst>
                            <p:childTnLst>
                              <p:cmd type="call" cmd="playFrom(0.0)">
                                <p:cBhvr>
                                  <p:cTn id="5" dur="2187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Understand &amp; speak: A plain-language summary appears in his own language, with difficult terms explained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5b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5025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5025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Understand &amp; speak: Now he simply talks to Spud, in his own languag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5c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3056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3056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Understand &amp; speak: The new park rule makes walking my dog really inconvenient. I hope it can be reconsidered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5j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4548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4548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Understand &amp; speak: Spud turns it into a clear English comment, names the responsible department, and lets Jason edit before sending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5d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7058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7058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Understand &amp; speak: No audio is stored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5e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1836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836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NFC &amp; tracking: Jason taps his phone on the NFC pad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6a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3010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400"/>
                            </p:stCondLst>
                            <p:childTnLst>
                              <p:cmd type="call" cmd="playFrom(0.0)">
                                <p:cBhvr>
                                  <p:cTn id="5" dur="3010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NFC &amp; tracking: The issue and his comment move to the HearHere app, and the post keeps nothing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6b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4366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4366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NFC &amp; tracking: Tracking begins only because Jason chose it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6c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2773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2773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NFC &amp; tracking: The app shows each stage: Received, In review, then an outcome with a case number, or reasons if declined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6d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6481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6481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NFC &amp; tracking: Notifications keep him updated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6e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2256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2256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NFC &amp; tracking: Each new HearHere post Jason visits also earns a badge: a small reward for taking part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6f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6003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6003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How it works: How does it all fit together? Here's the post from every sid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h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3756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400"/>
                            </p:stCondLst>
                            <p:childTnLst>
                              <p:cmd type="call" cmd="playFrom(0.0)">
                                <p:cBhvr>
                                  <p:cTn id="5" dur="3756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How it works: Spud's official social media account shares only verified council posts, reaching residents where they already scroll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h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7278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7278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How it works: An AI agent answers questions, and the HearHere app tracks each issu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h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4713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4713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Q&amp;A &amp; share: Not sure who to ask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7a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1766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400"/>
                            </p:stCondLst>
                            <p:childTnLst>
                              <p:cmd type="call" cmd="playFrom(0.0)">
                                <p:cBhvr>
                                  <p:cTn id="5" dur="1766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Q&amp;A &amp; share: Spud's AI agent cites official sources, and hands over to a named contact when it's unsur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7b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5872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5872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Q&amp;A &amp; share: And one tap shares a card on Instagram, so Jason's neighbours can join in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7c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4590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4590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Benefits: For Jason, that means relevant issues on his route, in his own language, a clear department to hear him, and visible progres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8a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8013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400"/>
                            </p:stCondLst>
                            <p:childTnLst>
                              <p:cmd type="call" cmd="playFrom(0.0)">
                                <p:cBhvr>
                                  <p:cTn id="5" dur="8013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Benefits: All without attending a meeting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8b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1767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767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Limits &amp; next steps: HearHere has limit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9a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1803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400"/>
                            </p:stCondLst>
                            <p:childTnLst>
                              <p:cmd type="call" cmd="playFrom(0.0)">
                                <p:cBhvr>
                                  <p:cTn id="5" dur="1803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Limits &amp; next steps: Speaking in public may feel exposing, AI can mistranslate, and our fieldwork didn't include council staff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9b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6945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6945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Limits &amp; next steps: Next, we'll test a low-fidelity prototype with residents across language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9c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4952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4952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Tagline: HearHere, with Spud: the Street Post for Understanding Decision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10a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4233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400"/>
                            </p:stCondLst>
                            <p:childTnLst>
                              <p:cmd type="call" cmd="playFrom(0.0)">
                                <p:cBhvr>
                                  <p:cTn id="5" dur="4233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ground: characters and UI" descr="Tagline: Speak here. Be heard!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Narration s10b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528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fast" advClick="0" advTm="3692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3692" fill="hold"/>
                                  <p:tgtEl>
                                    <p:spTgt spid="5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audio>
              <p:cMediaNode vol="80000" showWhenStopped="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HearHere">
  <a:themeElements>
    <a:clrScheme name="HearHere">
      <a:dk1>
        <a:srgbClr val="241A33"/>
      </a:dk1>
      <a:lt1>
        <a:srgbClr val="FFFFFF"/>
      </a:lt1>
      <a:dk2>
        <a:srgbClr val="2E1F45"/>
      </a:dk2>
      <a:lt2>
        <a:srgbClr val="F4EEF8"/>
      </a:lt2>
      <a:accent1>
        <a:srgbClr val="7B4B94"/>
      </a:accent1>
      <a:accent2>
        <a:srgbClr val="F28C28"/>
      </a:accent2>
      <a:accent3>
        <a:srgbClr val="16707F"/>
      </a:accent3>
      <a:accent4>
        <a:srgbClr val="E0544B"/>
      </a:accent4>
      <a:accent5>
        <a:srgbClr val="3A63D1"/>
      </a:accent5>
      <a:accent6>
        <a:srgbClr val="9C6DB8"/>
      </a:accent6>
      <a:hlink>
        <a:srgbClr val="3A63D1"/>
      </a:hlink>
      <a:folHlink>
        <a:srgbClr val="7B4B94"/>
      </a:folHlink>
    </a:clrScheme>
    <a:fontScheme name="HearHer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HearHere: concept video (slide version)</dc:title>
  <dc:subject>PptxGenJS Presentation</dc:subject>
  <dc:creator>Team Sweet Potatoes, Group 14</dc:creator>
  <cp:lastModifiedBy>Team Sweet Potatoes, Group 14</cp:lastModifiedBy>
  <cp:revision>1</cp:revision>
  <dcterms:created xsi:type="dcterms:W3CDTF">2026-10-13T07:52:48Z</dcterms:created>
  <dcterms:modified xsi:type="dcterms:W3CDTF">2026-10-13T07:52:48Z</dcterms:modified>
</cp:coreProperties>
</file>