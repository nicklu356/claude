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3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Title" id="{4a2ec626-4064-5a94-75d2-23f79d721d7c}">
          <p14:sldIdLst>
            <p14:sldId id="256"/>
            <p14:sldId id="257"/>
          </p14:sldIdLst>
        </p14:section>
        <p14:section name="2. Five problems" id="{778aacd1-9e27-37e2-a57d-90685f3b529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3. Persona &amp; scenario" id="{f9ca3b08-7506-c3dc-bdc6-0a9509d865f2}">
          <p14:sldIdLst>
            <p14:sldId id="264"/>
            <p14:sldId id="265"/>
            <p14:sldId id="266"/>
            <p14:sldId id="267"/>
          </p14:sldIdLst>
        </p14:section>
        <p14:section name="4. Introducing HearHere" id="{da1c3fcd-c27a-c90b-bc78-2c1656652945}">
          <p14:sldIdLst>
            <p14:sldId id="268"/>
            <p14:sldId id="269"/>
            <p14:sldId id="270"/>
          </p14:sldIdLst>
        </p14:section>
        <p14:section name="5. How it works" id="{701d1fd0-1317-a0d4-c93e-70b33ee6c07e}">
          <p14:sldIdLst>
            <p14:sldId id="271"/>
            <p14:sldId id="272"/>
          </p14:sldIdLst>
        </p14:section>
        <p14:section name="6. Discover" id="{a3ccbfd6-0f82-5540-0226-ea917987bb85}">
          <p14:sldIdLst>
            <p14:sldId id="273"/>
            <p14:sldId id="274"/>
            <p14:sldId id="275"/>
            <p14:sldId id="276"/>
          </p14:sldIdLst>
        </p14:section>
        <p14:section name="7. Understand &amp; speak" id="{71211796-1fcf-353a-06cb-9517fd030896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8. NFC &amp; tracking" id="{79192c7f-dd21-f70a-7069-69e85a70e691}">
          <p14:sldIdLst>
            <p14:sldId id="283"/>
            <p14:sldId id="284"/>
            <p14:sldId id="285"/>
            <p14:sldId id="286"/>
            <p14:sldId id="287"/>
          </p14:sldIdLst>
        </p14:section>
        <p14:section name="9. Share" id="{a86cc179-34b0-7533-278b-5c9fcf9c56e4}">
          <p14:sldIdLst>
            <p14:sldId id="288"/>
          </p14:sldIdLst>
        </p14:section>
        <p14:section name="10. Benefits" id="{0e4fdfed-96c9-9378-d604-2ff396cd309d}">
          <p14:sldIdLst>
            <p14:sldId id="289"/>
            <p14:sldId id="290"/>
          </p14:sldIdLst>
        </p14:section>
        <p14:section name="11. Limits &amp; next steps" id="{77916874-2146-c354-dbe9-fccf7885ebae}">
          <p14:sldIdLst>
            <p14:sldId id="291"/>
            <p14:sldId id="292"/>
            <p14:sldId id="293"/>
          </p14:sldIdLst>
        </p14:section>
        <p14:section name="12. Tagline" id="{cbfe8de4-8e68-b94e-a6a1-b454f3c0cc87}">
          <p14:sldIdLst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Hi! We're Group 14, Team Sweet Potatoes.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We studied how international residents in Melbourne take part in council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Our investigation found five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One: even when it's translated, council language is hard to understand.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Two: time, distance and fees keep people from attending.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Three: people only take part when an issue feels personally relevant.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Four: they don't know which department to contact, or whether they were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Five: council news arrives by mail and flyers, but newer residents live on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Let's meet Jason.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He's 34, has lived in Melbourne for eight years, and English isn't his first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One Saturday morning, a new park rule limits when his dog can be off the leash.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He disagrees, but doesn't know who to tell, or which words to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So we introduce HearHere: a digital device that combines a physical information pillar with an AI customised helper.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Spud: Hi there! I'm Spud, the Street Post for Understanding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Here's the post from every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It connects three channels. Spud's official account shares only verified council posts, where residents already scroll.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An AI agent answers questions, and the HearHere app tracks each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Back to Saturday, 8 a.m. Jason walks his dog past a HearHere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Its pillar shows verified council and community notices.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Spud: Hi! Got something to say? I'm all 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The screen under Spud lists nearby issues by distance, including a new rule for the park next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Jason taps the park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A plain-language summary appears in his own language, with difficult terms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Now he simply talks to Spud, in his own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(Mandarin): The new park rule makes walking my dog really inconvenient. I hope it can be reconsidered.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Spud turns it into a clear English comment, names the responsible department, and lets Jason edit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No audio is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Jason taps his phone on the NFC 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The issue and his comment move to the HearHere app, and the post keeps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Tracking begins only because Jason chose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The app shows each stage: Received, In review, then an outcome with a case number, or reasons if declined.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Each new HearHere post Jason visits also earns a badge: a small reward for taking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Jason can also share the issue as a card on Instagram, so his neighbours can join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For Jason, that means relevant issues on his route, in his own language, a clear department, and visible progress.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All without attending a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HearHere has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Speaking in public may feel exposing, AI can mistranslate, and our fieldwork didn't include council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Next, we'll test a low-fidelity prototype with residents across languages.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Narrator: HearHere, with Spud: the Street Post for Understanding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Spud: Speak here. Be heard!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audio" Target="../media/media-1-3.mp3"/><Relationship Id="rId4" Type="http://schemas.microsoft.com/office/2007/relationships/media" Target="../media/media-1-3.mp3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audio" Target="../media/media-2-3.mp3"/><Relationship Id="rId4" Type="http://schemas.microsoft.com/office/2007/relationships/media" Target="../media/media-2-3.mp3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audio" Target="../media/media-3-3.mp3"/><Relationship Id="rId4" Type="http://schemas.microsoft.com/office/2007/relationships/media" Target="../media/media-3-3.mp3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audio" Target="../media/media-4-3.mp3"/><Relationship Id="rId4" Type="http://schemas.microsoft.com/office/2007/relationships/media" Target="../media/media-4-3.mp3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audio" Target="../media/media-5-3.mp3"/><Relationship Id="rId4" Type="http://schemas.microsoft.com/office/2007/relationships/media" Target="../media/media-5-3.mp3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audio" Target="../media/media-6-3.mp3"/><Relationship Id="rId4" Type="http://schemas.microsoft.com/office/2007/relationships/media" Target="../media/media-6-3.mp3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audio" Target="../media/media-7-3.mp3"/><Relationship Id="rId4" Type="http://schemas.microsoft.com/office/2007/relationships/media" Target="../media/media-7-3.mp3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audio" Target="../media/media-8-3.mp3"/><Relationship Id="rId4" Type="http://schemas.microsoft.com/office/2007/relationships/media" Target="../media/media-8-3.mp3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audio" Target="../media/media-9-3.mp3"/><Relationship Id="rId4" Type="http://schemas.microsoft.com/office/2007/relationships/media" Target="../media/media-9-3.mp3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audio" Target="../media/media-10-3.mp3"/><Relationship Id="rId4" Type="http://schemas.microsoft.com/office/2007/relationships/media" Target="../media/media-10-3.mp3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audio" Target="../media/media-11-3.mp3"/><Relationship Id="rId4" Type="http://schemas.microsoft.com/office/2007/relationships/media" Target="../media/media-11-3.mp3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audio" Target="../media/media-12-3.mp3"/><Relationship Id="rId4" Type="http://schemas.microsoft.com/office/2007/relationships/media" Target="../media/media-12-3.mp3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audio" Target="../media/media-13-3.mp3"/><Relationship Id="rId4" Type="http://schemas.microsoft.com/office/2007/relationships/media" Target="../media/media-13-3.mp3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audio" Target="../media/media-14-3.mp3"/><Relationship Id="rId4" Type="http://schemas.microsoft.com/office/2007/relationships/media" Target="../media/media-14-3.mp3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audio" Target="../media/media-15-3.mp3"/><Relationship Id="rId4" Type="http://schemas.microsoft.com/office/2007/relationships/media" Target="../media/media-15-3.mp3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audio" Target="../media/media-16-3.mp3"/><Relationship Id="rId4" Type="http://schemas.microsoft.com/office/2007/relationships/media" Target="../media/media-16-3.mp3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audio" Target="../media/media-17-3.mp3"/><Relationship Id="rId4" Type="http://schemas.microsoft.com/office/2007/relationships/media" Target="../media/media-17-3.mp3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audio" Target="../media/media-18-3.mp3"/><Relationship Id="rId4" Type="http://schemas.microsoft.com/office/2007/relationships/media" Target="../media/media-18-3.mp3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audio" Target="../media/media-19-3.mp3"/><Relationship Id="rId4" Type="http://schemas.microsoft.com/office/2007/relationships/media" Target="../media/media-19-3.mp3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audio" Target="../media/media-20-3.mp3"/><Relationship Id="rId4" Type="http://schemas.microsoft.com/office/2007/relationships/media" Target="../media/media-20-3.mp3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audio" Target="../media/media-21-3.mp3"/><Relationship Id="rId4" Type="http://schemas.microsoft.com/office/2007/relationships/media" Target="../media/media-21-3.mp3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audio" Target="../media/media-22-3.mp3"/><Relationship Id="rId4" Type="http://schemas.microsoft.com/office/2007/relationships/media" Target="../media/media-22-3.mp3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audio" Target="../media/media-23-3.mp3"/><Relationship Id="rId4" Type="http://schemas.microsoft.com/office/2007/relationships/media" Target="../media/media-23-3.mp3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audio" Target="../media/media-24-3.mp3"/><Relationship Id="rId4" Type="http://schemas.microsoft.com/office/2007/relationships/media" Target="../media/media-24-3.mp3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audio" Target="../media/media-25-3.mp3"/><Relationship Id="rId4" Type="http://schemas.microsoft.com/office/2007/relationships/media" Target="../media/media-25-3.mp3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audio" Target="../media/media-26-3.mp3"/><Relationship Id="rId4" Type="http://schemas.microsoft.com/office/2007/relationships/media" Target="../media/media-26-3.mp3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audio" Target="../media/media-27-3.mp3"/><Relationship Id="rId4" Type="http://schemas.microsoft.com/office/2007/relationships/media" Target="../media/media-27-3.mp3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audio" Target="../media/media-28-3.mp3"/><Relationship Id="rId4" Type="http://schemas.microsoft.com/office/2007/relationships/media" Target="../media/media-28-3.mp3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png"/><Relationship Id="rId3" Type="http://schemas.openxmlformats.org/officeDocument/2006/relationships/audio" Target="../media/media-29-3.mp3"/><Relationship Id="rId4" Type="http://schemas.microsoft.com/office/2007/relationships/media" Target="../media/media-29-3.mp3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audio" Target="../media/media-30-3.mp3"/><Relationship Id="rId4" Type="http://schemas.microsoft.com/office/2007/relationships/media" Target="../media/media-30-3.mp3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audio" Target="../media/media-31-3.mp3"/><Relationship Id="rId4" Type="http://schemas.microsoft.com/office/2007/relationships/media" Target="../media/media-31-3.mp3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audio" Target="../media/media-32-3.mp3"/><Relationship Id="rId4" Type="http://schemas.microsoft.com/office/2007/relationships/media" Target="../media/media-32-3.mp3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image" Target="../media/image-33-2.png"/><Relationship Id="rId3" Type="http://schemas.openxmlformats.org/officeDocument/2006/relationships/audio" Target="../media/media-33-3.mp3"/><Relationship Id="rId4" Type="http://schemas.microsoft.com/office/2007/relationships/media" Target="../media/media-33-3.mp3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image" Target="../media/image-34-2.png"/><Relationship Id="rId3" Type="http://schemas.openxmlformats.org/officeDocument/2006/relationships/audio" Target="../media/media-34-3.mp3"/><Relationship Id="rId4" Type="http://schemas.microsoft.com/office/2007/relationships/media" Target="../media/media-34-3.mp3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png"/><Relationship Id="rId3" Type="http://schemas.openxmlformats.org/officeDocument/2006/relationships/audio" Target="../media/media-35-3.mp3"/><Relationship Id="rId4" Type="http://schemas.microsoft.com/office/2007/relationships/media" Target="../media/media-35-3.mp3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png"/><Relationship Id="rId3" Type="http://schemas.openxmlformats.org/officeDocument/2006/relationships/audio" Target="../media/media-36-3.mp3"/><Relationship Id="rId4" Type="http://schemas.microsoft.com/office/2007/relationships/media" Target="../media/media-36-3.mp3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audio" Target="../media/media-37-3.mp3"/><Relationship Id="rId4" Type="http://schemas.microsoft.com/office/2007/relationships/media" Target="../media/media-37-3.mp3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image" Target="../media/image-38-2.png"/><Relationship Id="rId3" Type="http://schemas.openxmlformats.org/officeDocument/2006/relationships/audio" Target="../media/media-38-3.mp3"/><Relationship Id="rId4" Type="http://schemas.microsoft.com/office/2007/relationships/media" Target="../media/media-38-3.mp3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png"/><Relationship Id="rId3" Type="http://schemas.openxmlformats.org/officeDocument/2006/relationships/audio" Target="../media/media-39-3.mp3"/><Relationship Id="rId4" Type="http://schemas.microsoft.com/office/2007/relationships/media" Target="../media/media-39-3.mp3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audio" Target="../media/media-40-3.mp3"/><Relationship Id="rId4" Type="http://schemas.microsoft.com/office/2007/relationships/media" Target="../media/media-40-3.mp3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Title: Hi! We're Group 14, Team Sweet Potato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1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400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3400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Title: We studied how international residents in Melbourne take part in council decision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1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520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520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Our investigation found five problem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2857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2857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One: even when it's translated, council language is hard to understan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51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51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Two: time, distance and fees keep people from attendin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505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505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Three: people only take part when an issue feels personally relevan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d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124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124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Four: they don't know which department to contact, or whether they were hear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e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010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010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Five problems: Five: council news arrives by mail and flyers, but newer residents live on Instagram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2f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597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597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Persona &amp; scenario: Let's meet Jason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3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1735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1735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Persona &amp; scenario: He's 34, has lived in Melbourne for eight years, and English isn't his first languag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3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5346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5346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Persona &amp; scenario: One Saturday morning, a new park rule limits when his dog can be off the leash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3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50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50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Persona &amp; scenario: He disagrees, but doesn't know who to tell, or which words to us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3d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832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832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Introducing HearHere: So we introduce HearHere: a digital device that combines a physical information pillar with an AI customised helper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i1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7926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7926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Introducing HearHere: Hi there! I'm Spud, the Street Post for Understanding Decision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i2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554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554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Introducing HearHere: Here's the post from every sid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i3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802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802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How it works: It connects three channels. Spud's official account shares only verified council posts, where residents already scroll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h2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7742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7742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How it works: An AI agent answers questions, and the HearHere app tracks each issu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h3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71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71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Discover: Back to Saturday, 8 a.m. Jason walks his dog past a HearHere pos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4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566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566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Discover: Its pillar shows verified council and community notic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4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76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76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Discover: Hi! Got something to say? I'm all ear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4s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192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92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Discover: The screen under Spud lists nearby issues by distance, including a new rule for the park next door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4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6275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6275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Jason taps the park issu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2187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2187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A plain-language summary appears in his own language, with difficult terms explaine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5025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5025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Now he simply talks to Spud, in his own languag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056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3056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The new park rule makes walking my dog really inconvenient. I hope it can be reconsidere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j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54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54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Spud turns it into a clear English comment, names the responsible department, and lets Jason edit before sendin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d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7058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7058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Understand &amp; speak: No audio is store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5e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1836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836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NFC &amp; tracking: Jason taps his phone on the NFC pa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6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3010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3010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NFC &amp; tracking: The issue and his comment move to the HearHere app, and the post keeps nothin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6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366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366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NFC &amp; tracking: Tracking begins only because Jason chose i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6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277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277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NFC &amp; tracking: The app shows each stage: Received, In review, then an outcome with a case number, or reasons if decline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6d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6481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6481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NFC &amp; tracking: Each new HearHere post Jason visits also earns a badge: a small reward for taking par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6f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600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600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Share: Jason can also share the issue as a card on Instagram, so his neighbours can join in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7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6139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6139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Benefits: For Jason, that means relevant issues on his route, in his own language, a clear department, and visible progres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8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7360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7360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Benefits: All without attending a meetin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8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1767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767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Limits &amp; next steps: HearHere has limit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9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180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180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Limits &amp; next steps: Speaking in public may feel exposing, AI can mistranslate, and our fieldwork didn't include council staff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9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6945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6945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Limits &amp; next steps: Next, we'll test a low-fidelity prototype with residents across languag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9c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952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4952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Tagline: HearHere, with Spud: the Street Post for Understanding Decision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10a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4233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400"/>
                            </p:stCondLst>
                            <p:childTnLst>
                              <p:cmd type="call" cmd="playFrom(0.0)">
                                <p:cBhvr>
                                  <p:cTn id="5" dur="4233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reground: characters and UI" descr="Tagline: Speak here. Be heard!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Narration s10b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528" y="48006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fast" advClick="0" advTm="2892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2892" fill="hold"/>
                                  <p:tgtEl>
                                    <p:spTgt spid="5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audio>
              <p:cMediaNode vol="80000" showWhenStopped="0">
                <p:cTn id="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earHere">
  <a:themeElements>
    <a:clrScheme name="HearHere">
      <a:dk1>
        <a:srgbClr val="241A33"/>
      </a:dk1>
      <a:lt1>
        <a:srgbClr val="FFFFFF"/>
      </a:lt1>
      <a:dk2>
        <a:srgbClr val="2E1F45"/>
      </a:dk2>
      <a:lt2>
        <a:srgbClr val="F4EEF8"/>
      </a:lt2>
      <a:accent1>
        <a:srgbClr val="7B4B94"/>
      </a:accent1>
      <a:accent2>
        <a:srgbClr val="F28C28"/>
      </a:accent2>
      <a:accent3>
        <a:srgbClr val="16707F"/>
      </a:accent3>
      <a:accent4>
        <a:srgbClr val="E0544B"/>
      </a:accent4>
      <a:accent5>
        <a:srgbClr val="3A63D1"/>
      </a:accent5>
      <a:accent6>
        <a:srgbClr val="9C6DB8"/>
      </a:accent6>
      <a:hlink>
        <a:srgbClr val="3A63D1"/>
      </a:hlink>
      <a:folHlink>
        <a:srgbClr val="7B4B94"/>
      </a:folHlink>
    </a:clrScheme>
    <a:fontScheme name="HearHe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HearHere: concept video (slide version)</dc:title>
  <dc:subject>PptxGenJS Presentation</dc:subject>
  <dc:creator>Team Sweet Potatoes, Group 14</dc:creator>
  <cp:lastModifiedBy>Team Sweet Potatoes, Group 14</cp:lastModifiedBy>
  <cp:revision>1</cp:revision>
  <dcterms:created xsi:type="dcterms:W3CDTF">2026-10-13T09:52:17Z</dcterms:created>
  <dcterms:modified xsi:type="dcterms:W3CDTF">2026-10-13T09:52:17Z</dcterms:modified>
</cp:coreProperties>
</file>